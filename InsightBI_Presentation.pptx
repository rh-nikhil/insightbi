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84C"/>
                </a:solidFill>
                <a:latin typeface="Calibri"/>
              </a:defRPr>
            </a:pPr>
            <a:r>
              <a:t>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ECE4"/>
                </a:solidFill>
                <a:latin typeface="Calibri"/>
              </a:defRPr>
            </a:pPr>
            <a:r>
              <a:t>InsightBI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A84C"/>
                </a:solidFill>
                <a:latin typeface="Calibri"/>
              </a:defRPr>
            </a:pPr>
            <a:r>
              <a:t>AI-Powered Business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49039"/>
            <a:ext cx="2103120" cy="25400"/>
          </a:xfrm>
          <a:prstGeom prst="rect">
            <a:avLst/>
          </a:prstGeom>
          <a:solidFill>
            <a:srgbClr val="9E8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9888"/>
                </a:solidFill>
                <a:latin typeface="Calibri"/>
              </a:defRPr>
            </a:pPr>
            <a:r>
              <a:t>Transforming Data Into Strategic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9888"/>
                </a:solidFill>
                <a:latin typeface="Calibri"/>
              </a:defRPr>
            </a:pPr>
            <a:r>
              <a:t>Team Members: [Your Names Here]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9888"/>
                </a:solidFill>
                <a:latin typeface="Calibri"/>
              </a:defRPr>
            </a:pPr>
            <a:r>
              <a:t>Guide: [Guide Name]  •  Department: [Dept]  •  College: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8338"/>
                </a:solidFill>
                <a:latin typeface="Calibri"/>
              </a:defRPr>
            </a:pPr>
            <a:r>
              <a:t>Academic Year 2025–2026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1228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01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InsightBI is an AI-powered Business Intelligence web platform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Integrates four intelligent analytical modules under one dashboard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Leverages Machine Learning &amp; Predictive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Transforms raw business data into actionable, real-time insights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Targets enterprises seeking operational efficiency &amp;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502920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Customer Satisfaction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Predict satisfaction using ML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063240"/>
            <a:ext cx="502920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200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20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Forecast demand from historical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502920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51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Price Volatility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72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Analyze &amp; predict price fluctuations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166359"/>
            <a:ext cx="502920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3035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Billing Anomaly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62355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Detect irregular billing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01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Businesses generate vast data but lack predictive intelligence tools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Manual analysis is slow, error-prone, and reactive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Existing BI tools are expensive ($10–$70/user/month)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No unified platform combining satisfaction, demand, pricing &amp; anomaly modules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ECE4"/>
                </a:solidFill>
                <a:latin typeface="Calibri"/>
              </a:defRPr>
            </a:pPr>
            <a:r>
              <a:t>▸ Most tools offer descriptive analytics, not predictive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A09888"/>
                </a:solidFill>
                <a:latin typeface="Calibri"/>
              </a:defRPr>
            </a:pPr>
            <a:r>
              <a:t>▸ Predict customer satisfaction scores with ML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A09888"/>
                </a:solidFill>
                <a:latin typeface="Calibri"/>
              </a:defRPr>
            </a:pPr>
            <a:r>
              <a:t>▸ Forecast product demand with confidence intervals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A09888"/>
                </a:solidFill>
                <a:latin typeface="Calibri"/>
              </a:defRPr>
            </a:pPr>
            <a:r>
              <a:t>▸ Analyze price volatility and assign risk scores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A09888"/>
                </a:solidFill>
                <a:latin typeface="Calibri"/>
              </a:defRPr>
            </a:pPr>
            <a:r>
              <a:t>▸ Detect billing anomalies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A09888"/>
                </a:solidFill>
                <a:latin typeface="Calibri"/>
              </a:defRPr>
            </a:pPr>
            <a:r>
              <a:t>▸ Present insights via interactive dashboards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A09888"/>
                </a:solidFill>
                <a:latin typeface="Calibri"/>
              </a:defRPr>
            </a:pPr>
            <a:r>
              <a:t>▸ Provide role-based access (Admin / User)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02 —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194560" cy="365760"/>
          </a:xfrm>
          <a:prstGeom prst="rect">
            <a:avLst/>
          </a:prstGeom>
          <a:solidFill>
            <a:srgbClr val="9E8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Calibri"/>
              </a:defRPr>
            </a:pPr>
            <a:r>
              <a:t>Author /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194560" cy="365760"/>
          </a:xfrm>
          <a:prstGeom prst="rect">
            <a:avLst/>
          </a:prstGeom>
          <a:solidFill>
            <a:srgbClr val="9E8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011680"/>
            <a:ext cx="2651760" cy="365760"/>
          </a:xfrm>
          <a:prstGeom prst="rect">
            <a:avLst/>
          </a:prstGeom>
          <a:solidFill>
            <a:srgbClr val="9E8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Calibri"/>
              </a:defRPr>
            </a:pPr>
            <a:r>
              <a:t>Key 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2926080" cy="365760"/>
          </a:xfrm>
          <a:prstGeom prst="rect">
            <a:avLst/>
          </a:prstGeom>
          <a:solidFill>
            <a:srgbClr val="9E8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Calibri"/>
              </a:defRPr>
            </a:pPr>
            <a: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2316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CE4"/>
                </a:solidFill>
                <a:latin typeface="Calibri"/>
              </a:defRPr>
            </a:pPr>
            <a:r>
              <a:t>Kumar et al. (2022)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2316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514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Customer Satisfaction Prediction using 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423160"/>
            <a:ext cx="2651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514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Random Forest &amp; SVM for CSAT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423160"/>
            <a:ext cx="29260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Single domain; no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0040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91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CE4"/>
                </a:solidFill>
                <a:latin typeface="Calibri"/>
              </a:defRPr>
            </a:pPr>
            <a:r>
              <a:t>Zhang et al. (2023)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20040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291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Deep Learning for Demand Forecasting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200400"/>
            <a:ext cx="2651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291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LSTM with seasonal decomposition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200400"/>
            <a:ext cx="29260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Large data needed; expensive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7764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69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CE4"/>
                </a:solidFill>
                <a:latin typeface="Calibri"/>
              </a:defRPr>
            </a:pPr>
            <a:r>
              <a:t>Patel et al. (2021)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97764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4069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Price Volatility using GARCH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3977640"/>
            <a:ext cx="2651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4069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GARCH/EGARCH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977640"/>
            <a:ext cx="29260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069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Limited to financial domain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75488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846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CE4"/>
                </a:solidFill>
                <a:latin typeface="Calibri"/>
              </a:defRPr>
            </a:pPr>
            <a:r>
              <a:t>Singh et al. (2023)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75488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4846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Billing Anomaly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4754880"/>
            <a:ext cx="2651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4846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Isolation Forest approach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754880"/>
            <a:ext cx="29260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4846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Standalone; no BI integration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2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623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CE4"/>
                </a:solidFill>
                <a:latin typeface="Calibri"/>
              </a:defRPr>
            </a:pPr>
            <a:r>
              <a:t>Power BI / Tableau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5532120"/>
            <a:ext cx="21945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0" y="5623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Commercial BI 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5532120"/>
            <a:ext cx="2651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5623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Rich data visualization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5532120"/>
            <a:ext cx="29260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5623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Calibri"/>
              </a:defRPr>
            </a:pPr>
            <a:r>
              <a:t>Expensive; no built-in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03 —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Drawbacks of Existing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✗  No Integrated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BI tools like Power BI &amp; Tableau focus on descriptive analytics only. Require separate ML pipelines.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1206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✗  High Cost &amp; Licensing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Enterprise tools charge $10–$70/user/month. Unaffordable for SMBs.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37760"/>
            <a:ext cx="51206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✗  Single-Domain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Research solutions address only one problem (e.g., demand OR anomaly), not all four.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51206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✗  Complex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Need dedicated data engineering teams, ETL pipelines, data warehouses.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474720"/>
            <a:ext cx="51206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611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✗  No Real-Time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Batch processing leads to delayed insights. No instant anomaly alerts.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937760"/>
            <a:ext cx="51206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✗  Poor User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94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Steep learning curves for non-technical users. Outdated UI designs.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04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Proposed System — InsightBI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Customer Satisfaction  [ML-Powered]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Classification (RF, XGBoost)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Sentiment Analysis, NPS Score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Segment-wise Predictions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011680"/>
            <a:ext cx="25603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Demand Forecasting  [Predictive]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Time Series (ARIMA, LSTM)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Confidence Intervals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Category-wise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5603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Price Volatility  [Analytics]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Regression + GARCH Models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Risk Scoring (Low/Med/High)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Correlation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25603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Billing Anomaly  [Detection]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Isolation Forest, Autoencoders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Severity Classification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98.5% Detection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  <a:latin typeface="Calibri"/>
              </a:defRPr>
            </a:pPr>
            <a:r>
              <a:t>Key 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✅ Unified Platform — all 4 modules in one dashboard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✅ ML-Powered — truly predictive, not just descriptive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✅ Real-Time Alerts — instant anomaly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29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✅ Role-Based Access — Admin &amp; User dashboards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✅ Affordable — open-source stack, no licensing fees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✅ Modern Premium UI — dark theme, interactive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04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Module Features in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Customer Satisfaction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Overall score: 87.5% accuracy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NPS (Net Promoter Score): +45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Sentiment: Positive/Neutral/Negative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Radar chart: Quality, Service, Speed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Segment predictions (4 segments)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12064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Actual vs Predicted with CI bands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5 product categories analyzed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Weekly seasonal trend analysis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MAE: 145, RMSE: 203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Accuracy: 94.2%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Price 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Price &amp; Volatility overlay charts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Distribution histogram analysis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Scatter correlation plots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Product risk: Low/Medium/High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Real-time high volatility alerts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97680"/>
            <a:ext cx="512064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34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Billing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Weekly trend: Detected vs Resolved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5 anomaly types classified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4-level severity distribution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Revenue impact: $45.2K tracked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Detection rate: 98.5%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05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Initial Model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0312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React 19 SPA  •  TailwindCSS  •  Recharts</a:t>
            </a:r>
            <a:br/>
            <a:r>
              <a:t>Context API (Auth + Theme)  •  React Router v7</a:t>
            </a:r>
            <a:br/>
            <a:r>
              <a:t>Pages: Home, Dashboard, 4 Module Pages, Auth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10698480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SERVER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5661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Node.js / Python Flask REST API</a:t>
            </a:r>
            <a:br/>
            <a:r>
              <a:t>CSAT API  •  Demand API  •  Price API  •  Billing API</a:t>
            </a:r>
            <a:br/>
            <a:r>
              <a:t>JWT Authentication  •  Role-Based Access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37760"/>
            <a:ext cx="10698480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0292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MongoDB / PostgreSQL Database</a:t>
            </a:r>
            <a:br/>
            <a:r>
              <a:t>ML Models: Scikit-learn, TensorFlow/Keras</a:t>
            </a:r>
            <a:br/>
            <a:r>
              <a:t>CSV/JSON Data Upload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8338"/>
                </a:solidFill>
                <a:latin typeface="Calibri"/>
              </a:defRPr>
            </a:pPr>
            <a:r>
              <a:t>▼  REST API  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8338"/>
                </a:solidFill>
                <a:latin typeface="Calibri"/>
              </a:defRPr>
            </a:pPr>
            <a:r>
              <a:t>▼  DB / ML  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05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Component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C9A84C"/>
                </a:solidFill>
                <a:latin typeface="Consolas"/>
              </a:defRPr>
            </a:pPr>
            <a:r>
              <a:t>App.js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├── ThemeProvider (Dark / Light mode)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├── AuthProvider (Admin authentication)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├── UserAuthProvider (User authentication)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└── Router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├── Public Routes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Home (Landing page)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About  •  Contact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Login  •  Register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└── UserLogin  •  UserRegister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├── Admin Protected Routes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Dashboard (Overview)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CustomerSatisfaction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DemandForecast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PriceVolatility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├── BillingAnomaly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│    └── Profile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└── User Protected Routes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F0ECE4"/>
                </a:solidFill>
                <a:latin typeface="Consolas"/>
              </a:defRPr>
            </a:pPr>
            <a:r>
              <a:t>            └── UserDashboard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06 —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Language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Frontend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React.js 19.2.4 — Core UI framework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React Router DOM 7.13.0 — Routing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TailwindCSS 3.4.1 — Utility-first styling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Recharts 3.7.0 — Charts &amp; visualization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Lucide React 0.563.0 — Icon library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Context API — State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12064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Backend &amp; ML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Node.js / Python Flask — REST API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MongoDB / PostgreSQL — Database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JWT — Authentication tokens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Scikit-learn — Classification &amp; Regression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TensorFlow / Keras — LSTM models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Pandas / NumPy — Data 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512064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DevOps &amp;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Git &amp; GitHub — Version control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npm — Package management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PostCSS / Autoprefixer — CSS pipeline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VS Code — Development 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389120"/>
            <a:ext cx="512064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Why This Stack?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React: Component-based, fast rendering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TailwindCSS: Rapid, consistent styling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Recharts: Built for React, lightweight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Python ML: Best ecosystem for ML/AI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07 —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Datasets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Customer Satisfaction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Source: Kaggle  |  Size: ~10,000+ records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Features: Product quality, delivery speed, service score, value, website UX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Target: Satisfaction Score (0–100) / 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12064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Demand Forecasting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Source: Kaggle  |  Size: ~50,000+ records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Features: Date, category, units sold, region, promo flag, seasonal indicators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Target: Future demand (units)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512064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Price Volatility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Source: Kaggle  |  Size: ~20,000+ records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Features: Date, product ID, price, volume, market indicator, competitor pricing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Target: Volatility index (%), Price 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06240"/>
            <a:ext cx="512064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9E8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Billing Anomaly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Source: Kaggle / Synthetic  |  Size: ~15,000+ records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Features: Invoice ID, customer, amount, timestamp, payment method, type</a:t>
            </a:r>
          </a:p>
          <a:p>
            <a:pPr>
              <a:spcBef>
                <a:spcPts val="200"/>
              </a:spcBef>
              <a:defRPr sz="1100">
                <a:solidFill>
                  <a:srgbClr val="A09888"/>
                </a:solidFill>
                <a:latin typeface="Calibri"/>
              </a:defRPr>
            </a:pPr>
            <a:r>
              <a:t>Target: Anomaly flag (Normal/Anomaly), Anomaly 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08 —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▸ Successfully integrates 4 AI-powered modules in one platform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▸ Affordable: Built on open-source technologies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▸ Predictive: ML-powered, not just descriptive dashboards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▸ Unified: All business analytics under a single interface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▸ User-friendly: Modern premium dark-themed UI/UX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0ECE4"/>
                </a:solidFill>
                <a:latin typeface="Calibri"/>
              </a:defRPr>
            </a:pPr>
            <a:r>
              <a:t>▸ Scalable: Designed to grow with business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231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▸ 🔮  Real-time data streams (Apache Kafka)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▸ 🤖  Natural Language Querying (ask in English)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▸ 📱  Mobile-responsive PWA version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▸ 🔗  CRM, ERP &amp; e-commerce API integrations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▸ 📊  PDF/Excel custom report generation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▸ 🌐  Multi-language support for global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84C"/>
                </a:solidFill>
                <a:latin typeface="Calibri"/>
              </a:defRPr>
            </a:pPr>
            <a:r>
              <a:t>09 —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4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716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1.  Kumar, S. et al. (2022). "ML Approaches for Customer Satisfaction Prediction." Journal of Business Analytics.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2.  Zhang, Y. et al. (2023). "Deep Learning for Retail Demand Forecasting." IEEE Trans. Neural Networks.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3.  Patel, R. et al. (2021). "GARCH-Based Price Volatility Forecasting." Computational Economics.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4.  Singh, A. et al. (2023). "Anomaly Detection in Billing Systems." Expert Systems with Applications.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5.  React.js — https://react.dev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6.  Recharts — https://recharts.org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7.  Scikit-learn — https://scikit-learn.org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8.  TailwindCSS — https://tailwindcss.com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A09888"/>
                </a:solidFill>
                <a:latin typeface="Calibri"/>
              </a:defRPr>
            </a:pPr>
            <a:r>
              <a:t>9.  Kaggle Datasets — https://kaggle.com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ECE4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  <a:latin typeface="Calibri"/>
              </a:defRPr>
            </a:pPr>
            <a:r>
              <a:t>InsightBI — Transforming Data Into Strategic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25400"/>
          </a:xfrm>
          <a:prstGeom prst="rect">
            <a:avLst/>
          </a:prstGeom>
          <a:solidFill>
            <a:srgbClr val="9E8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988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Calibri"/>
              </a:defRPr>
            </a:pPr>
            <a:r>
              <a:t>Contact: [Your Email]  •  Repository: [GitHub Link]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